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YFINDER Robot title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1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w WAYFINDER works: five-step navigation logic and Wi-Fi contr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1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ossible future improve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1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uture applic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WAYFINDER Robot</dc:title>
  <dc:subject>PptxGenJS Presentation</dc:subject>
  <dc:creator>PptxGenJS</dc:creator>
  <cp:lastModifiedBy>PptxGenJS</cp:lastModifiedBy>
  <cp:revision>1</cp:revision>
  <dcterms:created xsi:type="dcterms:W3CDTF">2026-10-11T13:22:05Z</dcterms:created>
  <dcterms:modified xsi:type="dcterms:W3CDTF">2026-10-11T13:22:05Z</dcterms:modified>
</cp:coreProperties>
</file>